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88" r:id="rId4"/>
    <p:sldId id="260" r:id="rId5"/>
    <p:sldId id="284" r:id="rId6"/>
    <p:sldId id="274" r:id="rId7"/>
    <p:sldId id="285" r:id="rId8"/>
    <p:sldId id="286" r:id="rId9"/>
    <p:sldId id="287" r:id="rId10"/>
    <p:sldId id="281" r:id="rId11"/>
    <p:sldId id="282" r:id="rId12"/>
    <p:sldId id="263" r:id="rId13"/>
    <p:sldId id="283" r:id="rId14"/>
    <p:sldId id="266" r:id="rId15"/>
    <p:sldId id="26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82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i Sai Ambani" userId="42e37865475ad58d" providerId="LiveId" clId="{821BAF3C-E887-41BB-8B3F-438609C0849F}"/>
    <pc:docChg chg="custSel modSld">
      <pc:chgData name="Hari Sai Ambani" userId="42e37865475ad58d" providerId="LiveId" clId="{821BAF3C-E887-41BB-8B3F-438609C0849F}" dt="2026-09-03T16:39:44.569" v="39" actId="1076"/>
      <pc:docMkLst>
        <pc:docMk/>
      </pc:docMkLst>
      <pc:sldChg chg="modSp mod">
        <pc:chgData name="Hari Sai Ambani" userId="42e37865475ad58d" providerId="LiveId" clId="{821BAF3C-E887-41BB-8B3F-438609C0849F}" dt="2026-09-03T16:39:44.569" v="39" actId="1076"/>
        <pc:sldMkLst>
          <pc:docMk/>
          <pc:sldMk cId="0" sldId="256"/>
        </pc:sldMkLst>
        <pc:spChg chg="mod">
          <ac:chgData name="Hari Sai Ambani" userId="42e37865475ad58d" providerId="LiveId" clId="{821BAF3C-E887-41BB-8B3F-438609C0849F}" dt="2026-09-03T16:39:40.214" v="38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Hari Sai Ambani" userId="42e37865475ad58d" providerId="LiveId" clId="{821BAF3C-E887-41BB-8B3F-438609C0849F}" dt="2026-09-03T16:39:44.569" v="39" actId="1076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">
        <pc:chgData name="Hari Sai Ambani" userId="42e37865475ad58d" providerId="LiveId" clId="{821BAF3C-E887-41BB-8B3F-438609C0849F}" dt="2026-09-03T16:36:40.165" v="7" actId="14100"/>
        <pc:sldMkLst>
          <pc:docMk/>
          <pc:sldMk cId="422910615" sldId="281"/>
        </pc:sldMkLst>
        <pc:spChg chg="add del mod">
          <ac:chgData name="Hari Sai Ambani" userId="42e37865475ad58d" providerId="LiveId" clId="{821BAF3C-E887-41BB-8B3F-438609C0849F}" dt="2026-09-03T16:36:32.102" v="4"/>
          <ac:spMkLst>
            <pc:docMk/>
            <pc:sldMk cId="422910615" sldId="281"/>
            <ac:spMk id="4" creationId="{2D03D8F0-6DA5-DCBB-C4BB-DE7E35E798EC}"/>
          </ac:spMkLst>
        </pc:spChg>
        <pc:picChg chg="add mod">
          <ac:chgData name="Hari Sai Ambani" userId="42e37865475ad58d" providerId="LiveId" clId="{821BAF3C-E887-41BB-8B3F-438609C0849F}" dt="2026-09-03T16:36:40.165" v="7" actId="14100"/>
          <ac:picMkLst>
            <pc:docMk/>
            <pc:sldMk cId="422910615" sldId="281"/>
            <ac:picMk id="7" creationId="{95E929BF-6A13-F551-55A3-E734A70E25A2}"/>
          </ac:picMkLst>
        </pc:picChg>
        <pc:picChg chg="del">
          <ac:chgData name="Hari Sai Ambani" userId="42e37865475ad58d" providerId="LiveId" clId="{821BAF3C-E887-41BB-8B3F-438609C0849F}" dt="2026-09-03T16:28:55.813" v="1" actId="478"/>
          <ac:picMkLst>
            <pc:docMk/>
            <pc:sldMk cId="422910615" sldId="281"/>
            <ac:picMk id="11" creationId="{42F0C189-E9C7-67EB-51B7-57E0A519CA16}"/>
          </ac:picMkLst>
        </pc:picChg>
      </pc:sldChg>
      <pc:sldChg chg="addSp delSp modSp mod">
        <pc:chgData name="Hari Sai Ambani" userId="42e37865475ad58d" providerId="LiveId" clId="{821BAF3C-E887-41BB-8B3F-438609C0849F}" dt="2026-09-03T16:37:27.889" v="17" actId="14100"/>
        <pc:sldMkLst>
          <pc:docMk/>
          <pc:sldMk cId="4126887552" sldId="282"/>
        </pc:sldMkLst>
        <pc:spChg chg="add del mod">
          <ac:chgData name="Hari Sai Ambani" userId="42e37865475ad58d" providerId="LiveId" clId="{821BAF3C-E887-41BB-8B3F-438609C0849F}" dt="2026-09-03T16:33:21.594" v="3"/>
          <ac:spMkLst>
            <pc:docMk/>
            <pc:sldMk cId="4126887552" sldId="282"/>
            <ac:spMk id="6" creationId="{353C0913-F79E-14B5-E691-6B0A97863ACB}"/>
          </ac:spMkLst>
        </pc:spChg>
        <pc:picChg chg="del">
          <ac:chgData name="Hari Sai Ambani" userId="42e37865475ad58d" providerId="LiveId" clId="{821BAF3C-E887-41BB-8B3F-438609C0849F}" dt="2026-09-03T16:28:52.939" v="0" actId="478"/>
          <ac:picMkLst>
            <pc:docMk/>
            <pc:sldMk cId="4126887552" sldId="282"/>
            <ac:picMk id="7" creationId="{4D3C280B-AEC4-698C-D422-193A2A15E92E}"/>
          </ac:picMkLst>
        </pc:picChg>
        <pc:picChg chg="add mod ord">
          <ac:chgData name="Hari Sai Ambani" userId="42e37865475ad58d" providerId="LiveId" clId="{821BAF3C-E887-41BB-8B3F-438609C0849F}" dt="2026-09-03T16:37:19.369" v="14" actId="14100"/>
          <ac:picMkLst>
            <pc:docMk/>
            <pc:sldMk cId="4126887552" sldId="282"/>
            <ac:picMk id="9" creationId="{D29EAE40-D2CE-537C-4967-989DA1354BA4}"/>
          </ac:picMkLst>
        </pc:picChg>
        <pc:picChg chg="add mod">
          <ac:chgData name="Hari Sai Ambani" userId="42e37865475ad58d" providerId="LiveId" clId="{821BAF3C-E887-41BB-8B3F-438609C0849F}" dt="2026-09-03T16:37:27.889" v="17" actId="14100"/>
          <ac:picMkLst>
            <pc:docMk/>
            <pc:sldMk cId="4126887552" sldId="282"/>
            <ac:picMk id="11" creationId="{986EB5E7-B975-450E-7B1E-BAE86BA1626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35B7C-7885-4079-9F3B-5806D4585368}" type="datetimeFigureOut">
              <a:rPr lang="en-IN" smtClean="0"/>
              <a:pPr/>
              <a:t>03-09-2026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F24E51-EB4B-4A3D-ADBC-3BB21B7FA94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408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4910" y="1053568"/>
            <a:ext cx="10363200" cy="187084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ADVERTISING FRAUD DETECTION AND ANALYTICS SYSTEM</a:t>
            </a:r>
            <a:endParaRPr lang="en-US" sz="4000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4910" y="3057760"/>
            <a:ext cx="9865360" cy="223344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nn-NO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CSA1609: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Warehousing and Data Mining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K.HARIKA MYTHREYI (192311377)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G.MADHULATHA (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192311295)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HEMANTH REDDY (192411057)</a:t>
            </a:r>
          </a:p>
          <a:p>
            <a:pPr>
              <a:lnSpc>
                <a:spcPct val="150000"/>
              </a:lnSpc>
            </a:pPr>
            <a:br>
              <a:rPr lang="nn-NO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6950" y="658951"/>
            <a:ext cx="10972800" cy="1143000"/>
          </a:xfrm>
        </p:spPr>
        <p:txBody>
          <a:bodyPr>
            <a:normAutofit fontScale="90000"/>
          </a:bodyPr>
          <a:lstStyle/>
          <a:p>
            <a:br>
              <a:rPr lang="en-US" dirty="0">
                <a:latin typeface="Times New Roman"/>
                <a:cs typeface="Times New Roman"/>
              </a:rPr>
            </a:br>
            <a:endParaRPr dirty="0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548" y="1708355"/>
            <a:ext cx="10972800" cy="486942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Advertising Fraud Detection and Analytics System is used to identify and prevent fraud in online advertisements.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detect fake clicks, bot traffic, and invalid ad impressions that can waste advertising budgets.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analyses user activities such as clicks, browsing patterns, and device information to find suspicious behaviour.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reports and analytics to help advertisers understand the performance of their advertising campaigns.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advertising efficiency, reduces financial losses, and helps businesses make better marketing decisions.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F9854B-BADB-48ED-3604-7A5649D017DB}"/>
              </a:ext>
            </a:extLst>
          </p:cNvPr>
          <p:cNvSpPr txBox="1"/>
          <p:nvPr/>
        </p:nvSpPr>
        <p:spPr>
          <a:xfrm>
            <a:off x="3215148" y="658951"/>
            <a:ext cx="494562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4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107B9-4BB5-8051-2178-9D2BF2842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65113"/>
            <a:ext cx="109728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75E8F-C854-2103-0C12-A9DF7CFDBE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608" y="1828801"/>
            <a:ext cx="10972800" cy="4525963"/>
          </a:xfrm>
        </p:spPr>
        <p:txBody>
          <a:bodyPr>
            <a:norm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advertising platforms face significant losses due to fake clicks, bot traffic, and fake activities.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difficult for advertisers to identify whether ad clicks are generated by genuine users or automated bots.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Fraudulent clicks can increase advertising costs without generating real customer engagement.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may not provide accurate analysis and timely detection of suspicious activities. 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 system that can detect advertising fraud and provide useful analytics to improve campaign effectiveness and reduce financial losses. 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56D470-330A-850C-5F70-CF7E69F7656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37DC54-33A8-9D7D-FE0B-B84DC36911F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4900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/>
                <a:cs typeface="Times New Roman"/>
              </a:rPr>
              <a:t> Proposed </a:t>
            </a:r>
            <a:r>
              <a:rPr>
                <a:solidFill>
                  <a:srgbClr val="7030A0"/>
                </a:solidFill>
                <a:latin typeface="Times New Roman"/>
                <a:cs typeface="Times New Roman"/>
              </a:rPr>
              <a:t>Methodology</a:t>
            </a:r>
            <a:endParaRPr dirty="0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EC06C4A-48BF-5DB7-3839-2932EBF928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5670" y="1820479"/>
            <a:ext cx="11498675" cy="4199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– Gather online advertising data such as clicks, impressions, and user activities.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Preprocessing – Clean and organize the collected data for analysis.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 Analysis – Identify unusual or suspicious advertising behaviors.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Fraud Detection – Detect and classify fraudulent advertising activities.</a:t>
            </a:r>
          </a:p>
          <a:p>
            <a:pPr>
              <a:lnSpc>
                <a:spcPct val="15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Reporting &amp; Visualization – Generate reports and dashboards to monitor fraud trends and support decision-making.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Diagram</a:t>
            </a:r>
          </a:p>
        </p:txBody>
      </p:sp>
      <p:sp>
        <p:nvSpPr>
          <p:cNvPr id="1026" name="AutoShape 2" descr="Generated image: Retail pricing optimization system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Generated image: Retail pricing optimization system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Generated image: Retail pricing optimization system diagra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944F32-1B15-ACB5-1C16-465A7E03E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392" y="1133856"/>
            <a:ext cx="9729216" cy="57241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D37EE-5D0B-643B-1796-A186BA664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1" y="208276"/>
            <a:ext cx="10972800" cy="1143000"/>
          </a:xfrm>
        </p:spPr>
        <p:txBody>
          <a:bodyPr/>
          <a:lstStyle/>
          <a:p>
            <a:r>
              <a:rPr lang="en-IN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D74E7-9FCC-6057-95F7-A967B13DB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488" y="1589232"/>
            <a:ext cx="7977807" cy="45713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Advertisement Data Collection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advertisement click information from users.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data on advertisement impressions and views.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user interactions with online advertisements.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device, browser, and location details.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the collected data for further analysis and reporting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542EB9-EE0A-7E13-FC15-47AAB05DCAF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974" y="16603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13F126-D794-6617-9AAD-F11401D6FF3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08334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0BF292-A128-A070-BA40-1818BB96D2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3256" y="1589232"/>
            <a:ext cx="4271089" cy="4720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503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659AE7-BF17-4EF7-3514-927E21E2D24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974" y="166036"/>
            <a:ext cx="1135117" cy="1342884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AFCF8B1-138F-139C-7CF2-2775C41631E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08334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09E9CF-57BB-137D-4F62-A4281D370ABD}"/>
              </a:ext>
            </a:extLst>
          </p:cNvPr>
          <p:cNvSpPr txBox="1"/>
          <p:nvPr/>
        </p:nvSpPr>
        <p:spPr>
          <a:xfrm>
            <a:off x="4744808" y="433356"/>
            <a:ext cx="319029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</a:t>
            </a:r>
            <a:endParaRPr lang="en-IN" sz="4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A8329C-65CF-B3AE-71C9-2AC8ADD9EF66}"/>
              </a:ext>
            </a:extLst>
          </p:cNvPr>
          <p:cNvSpPr txBox="1"/>
          <p:nvPr/>
        </p:nvSpPr>
        <p:spPr>
          <a:xfrm>
            <a:off x="784532" y="1528676"/>
            <a:ext cx="667283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and Traffic Monitoring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the collected advertisement data by removing duplicate and incomplete records.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and format the data for easy analysis.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advertisement traffic from different sources.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user activity and traffic patterns.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the processed data for fraud detection and reporting.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C0061C-ED20-0742-B0B3-B50769D4626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9374" y="318436"/>
            <a:ext cx="1135117" cy="1342884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11C49CF-290D-3623-AF64-5B8B7B256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921" y="1926496"/>
            <a:ext cx="4535424" cy="40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156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EC5D17E-D605-80FB-9FDE-907261284F7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974" y="166036"/>
            <a:ext cx="1135117" cy="1342884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E6441B-1920-DD4A-D882-E0CBC4936A4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08334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856F951-4254-6138-161B-4C946E13625A}"/>
              </a:ext>
            </a:extLst>
          </p:cNvPr>
          <p:cNvSpPr txBox="1"/>
          <p:nvPr/>
        </p:nvSpPr>
        <p:spPr>
          <a:xfrm>
            <a:off x="4766386" y="430518"/>
            <a:ext cx="368503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</a:t>
            </a:r>
            <a:endParaRPr lang="en-IN" sz="4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DF86B8-11BB-A32E-7049-F053BC4ADEE1}"/>
              </a:ext>
            </a:extLst>
          </p:cNvPr>
          <p:cNvSpPr txBox="1"/>
          <p:nvPr/>
        </p:nvSpPr>
        <p:spPr>
          <a:xfrm>
            <a:off x="1059483" y="1516278"/>
            <a:ext cx="6094476" cy="4827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 Detection and Analysis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unusual advertisement click patterns.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suspicious user and traffic activities.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repeated clicks and abnormal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Classify activities as genuine or potentially fraudulent.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fraud detection results for further evaluation.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66B1CA-8EE5-9BD8-068C-CF281165F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1" y="1746504"/>
            <a:ext cx="4389961" cy="418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4351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2CBE98-26C9-FFC3-F554-0F93B24B3FE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974" y="166036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A5E072-368F-9735-6CB3-FB23F5582261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08334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2FFCAF-80A7-BF46-F0AA-BF30106782CB}"/>
              </a:ext>
            </a:extLst>
          </p:cNvPr>
          <p:cNvSpPr txBox="1"/>
          <p:nvPr/>
        </p:nvSpPr>
        <p:spPr>
          <a:xfrm>
            <a:off x="4776025" y="442500"/>
            <a:ext cx="263994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</a:t>
            </a:r>
            <a:endParaRPr lang="en-IN" sz="4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5B8A67-FD4A-9189-1775-BE885E617E1F}"/>
              </a:ext>
            </a:extLst>
          </p:cNvPr>
          <p:cNvSpPr txBox="1"/>
          <p:nvPr/>
        </p:nvSpPr>
        <p:spPr>
          <a:xfrm>
            <a:off x="327332" y="1714538"/>
            <a:ext cx="7298764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and Reporting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on advertisement performance and fraud activities.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fraud statistics using charts and graphs.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trends and patterns in advertising data.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insights to improve advertising effectiveness.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results through an interactive dashboard for decision-making.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CE59057-16A1-66BC-2A42-C7385B9B1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974" y="2072978"/>
            <a:ext cx="4448694" cy="409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957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IMPLEMENTATION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EBC79A-6E3A-D613-68C2-1FF0D7C3E39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974" y="16603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92D772-FC37-48C2-3015-1B14D4F0080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08334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E929BF-6A13-F551-55A3-E734A70E25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238250" y="1343026"/>
            <a:ext cx="9401175" cy="478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0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EBC79A-6E3A-D613-68C2-1FF0D7C3E39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6974" y="16603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92D772-FC37-48C2-3015-1B14D4F0080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08334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29EAE40-D2CE-537C-4967-989DA1354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09600" y="1600200"/>
            <a:ext cx="5267326" cy="45259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86EB5E7-B975-450E-7B1E-BAE86BA162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617522"/>
            <a:ext cx="5486400" cy="4512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887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7030A0"/>
                </a:solidFill>
                <a:latin typeface="Times New Roman"/>
                <a:cs typeface="Times New Roman"/>
              </a:rPr>
              <a:t>Results &amp; Discussion</a:t>
            </a:r>
            <a:endParaRPr lang="en-US" dirty="0">
              <a:solidFill>
                <a:srgbClr val="7030A0"/>
              </a:solidFill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just"/>
            <a:endParaRPr lang="en-US" dirty="0">
              <a:ea typeface="+mn-lt"/>
              <a:cs typeface="+mn-lt"/>
            </a:endParaRPr>
          </a:p>
          <a:p>
            <a:pPr algn="just"/>
            <a:endParaRPr dirty="0">
              <a:ea typeface="Calibri"/>
              <a:cs typeface="Calibri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DCEF46-2327-2819-0039-857E282CC88A}"/>
              </a:ext>
            </a:extLst>
          </p:cNvPr>
          <p:cNvSpPr txBox="1"/>
          <p:nvPr/>
        </p:nvSpPr>
        <p:spPr>
          <a:xfrm>
            <a:off x="722376" y="1590408"/>
            <a:ext cx="10744200" cy="4659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analysed advertisement click data and identified suspicious IP addresses with unusually high click counts.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Fraudulent clicks were detected using predefined rules, helping to distinguish between valid and invalid user activities.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analytics report provided a clear summary of total clicks, valid clicks, and fraud clicks, making campaign monitoring easier.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showed that repeated clicks from the same IP address can indicate potential advertising fraud and unnecessary advertising costs.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system improved the accuracy of ad performance analysis and helped advertisers make better decisions by reducing the impact of fraudulent activities</a:t>
            </a:r>
            <a:r>
              <a:rPr lang="en-IN" sz="2000" dirty="0"/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89462"/>
            <a:ext cx="10972800" cy="460826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enhanced using advanced Machine Learning and AI algorithms for more accurate fraud detection.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can be integrated with real-time monitoring systems to detect and block fraudulent clicks instantly.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support multiple advertising platforms such as Google Ads, Facebook Ads, and Instagram Ads.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Advanced data visualization dashboards can be added to provide better insights into advertising performance and fraud trends.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expanded to detect other types of fraud, such as impression fraud, bot traffic, and fake conversions.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1940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7030A0"/>
                </a:solidFill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2469" y="1482362"/>
            <a:ext cx="9708931" cy="510100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detects fraudulent activities in online advertisements using click data analysis.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advertisers identify fake clicks and suspicious user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unnecessary advertising costs.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analytics feature provides useful insights into advertisement performance and user engagement.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the accuracy, transparency, and reliability of digital advertising campaigns.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is an effective tool for fraud prevention and better decision-making in online advertising.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0145" y="2524706"/>
            <a:ext cx="9430204" cy="1143000"/>
          </a:xfrm>
        </p:spPr>
        <p:txBody>
          <a:bodyPr>
            <a:normAutofit/>
          </a:bodyPr>
          <a:lstStyle/>
          <a:p>
            <a:r>
              <a:rPr sz="6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ea typeface="Calibri"/>
                <a:cs typeface="Calibri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770</Words>
  <Application>Microsoft Office PowerPoint</Application>
  <PresentationFormat>Widescreen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ONLINE ADVERTISING FRAUD DETECTION AND ANALYTICS SYSTEM</vt:lpstr>
      <vt:lpstr> </vt:lpstr>
      <vt:lpstr>Problem Statement</vt:lpstr>
      <vt:lpstr> Proposed Methodology</vt:lpstr>
      <vt:lpstr>Architecture Diagram</vt:lpstr>
      <vt:lpstr>Module 1</vt:lpstr>
      <vt:lpstr>PowerPoint Presentation</vt:lpstr>
      <vt:lpstr>PowerPoint Presentation</vt:lpstr>
      <vt:lpstr>PowerPoint Presentation</vt:lpstr>
      <vt:lpstr>IMPLEMENTATION</vt:lpstr>
      <vt:lpstr>OUTPUT</vt:lpstr>
      <vt:lpstr>Results &amp; Discussion</vt:lpstr>
      <vt:lpstr>Future Scope</vt:lpstr>
      <vt:lpstr>Conclusion</vt:lpstr>
      <vt:lpstr>Thank You!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dc:description>generated using python-pptx</dc:description>
  <cp:lastModifiedBy>Hari Sai Ambani</cp:lastModifiedBy>
  <cp:revision>273</cp:revision>
  <dcterms:created xsi:type="dcterms:W3CDTF">2013-01-27T09:14:16Z</dcterms:created>
  <dcterms:modified xsi:type="dcterms:W3CDTF">2026-09-03T16:39:57Z</dcterms:modified>
</cp:coreProperties>
</file>